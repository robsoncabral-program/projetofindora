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Mukta Light" panose="020B0604020202020204" charset="0"/>
      <p:regular r:id="rId14"/>
    </p:embeddedFont>
    <p:embeddedFont>
      <p:font typeface="Prompt Medium" panose="00000600000000000000" pitchFamily="2" charset="-34"/>
      <p:regular r:id="rId15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55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99200" y="3998700"/>
            <a:ext cx="1144800" cy="114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552798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FINDORA App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0023" y="2212851"/>
            <a:ext cx="2354907" cy="290066"/>
          </a:xfrm>
          <a:prstGeom prst="roundRect">
            <a:avLst>
              <a:gd name="adj" fmla="val 17874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632594" y="2259137"/>
            <a:ext cx="2626965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UFCD 10790 – PROJETO DE PROGRAMAÇÃO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0022" y="2676451"/>
            <a:ext cx="5997577" cy="1557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Uma plataforma para ajudar na localização de pessoas desaparecidas, conectando familiares, voluntários e a comunidade num único espaço.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Formador: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Nuno Carapito  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Formando: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Robson Cabral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9" y="0"/>
            <a:ext cx="3423422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624459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 Que é o Findora?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69023" y="2284512"/>
            <a:ext cx="463495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Findora é uma plataforma criada para ajudar na localização de pessoas desaparecidas, conectando familiares, voluntários e a comunidade num único espaço. Com divulgação rápida e informações atualizadas, o aplicativo aumenta as chances de reencontros e fortalece a rede de apoio à procura de desaparecidos.</a:t>
            </a:r>
            <a:endParaRPr lang="en-US" sz="1200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60EB7501-CF8E-15CF-B4D1-5040EF79A3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99200" y="3998700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83543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Stack Tecnológico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0023" y="1820763"/>
            <a:ext cx="2585145" cy="2239194"/>
          </a:xfrm>
          <a:prstGeom prst="roundRect">
            <a:avLst>
              <a:gd name="adj" fmla="val 2894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703808" y="1984549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056" y="2111797"/>
            <a:ext cx="208285" cy="2082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3808" y="2601664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3808" y="2908548"/>
            <a:ext cx="22575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Python (FastAPI/Django) — para gerenciamento de APIs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79428" y="1820763"/>
            <a:ext cx="2585145" cy="2239194"/>
          </a:xfrm>
          <a:prstGeom prst="roundRect">
            <a:avLst>
              <a:gd name="adj" fmla="val 2894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3443213" y="1984549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0461" y="2111797"/>
            <a:ext cx="208285" cy="208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3213" y="2601664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Banco de Dados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43213" y="2908548"/>
            <a:ext cx="225757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PostgreSQL — pelo suporte robusto a dados relacionais e extensões geográficas como o PostGIS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18833" y="1820763"/>
            <a:ext cx="2585145" cy="2239194"/>
          </a:xfrm>
          <a:prstGeom prst="roundRect">
            <a:avLst>
              <a:gd name="adj" fmla="val 2894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0"/>
          <p:cNvSpPr/>
          <p:nvPr/>
        </p:nvSpPr>
        <p:spPr>
          <a:xfrm>
            <a:off x="6182618" y="1984549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A95B95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9866" y="2111797"/>
            <a:ext cx="208285" cy="2082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2618" y="2601664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82618" y="2908548"/>
            <a:ext cx="22575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Vue.js — para uma interface responsiva e rápida</a:t>
            </a:r>
            <a:endParaRPr lang="en-US" sz="1200" dirty="0"/>
          </a:p>
        </p:txBody>
      </p:sp>
      <p:pic>
        <p:nvPicPr>
          <p:cNvPr id="18" name="Image 0">
            <a:extLst>
              <a:ext uri="{FF2B5EF4-FFF2-40B4-BE49-F238E27FC236}">
                <a16:creationId xmlns:a16="http://schemas.microsoft.com/office/drawing/2014/main" id="{FD385368-21BC-ADEF-EFA0-10BA0808CC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99200" y="4152528"/>
            <a:ext cx="1144800" cy="9909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920502"/>
            <a:ext cx="479970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Requisitos Funcionais (RF)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1657722"/>
            <a:ext cx="2585145" cy="2565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6881" y="1758776"/>
            <a:ext cx="23142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3333" y="2293888"/>
            <a:ext cx="22385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RF01 – Gestão de Utilizadores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333" y="2815084"/>
            <a:ext cx="22385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Registo, autenticação e gestão de perfil dos utilizadores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9428" y="1657722"/>
            <a:ext cx="2585145" cy="25652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6286" y="1758776"/>
            <a:ext cx="23142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52738" y="2293888"/>
            <a:ext cx="22385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RF02 – Registo de Desaparecimento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52738" y="2815084"/>
            <a:ext cx="223852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utilizador deve poder criar um alerta contendo nome, fotografia, descrição física, última localização conhecida e data do desaparecimento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8833" y="1657722"/>
            <a:ext cx="2585145" cy="25652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95691" y="1758776"/>
            <a:ext cx="23142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192143" y="2293888"/>
            <a:ext cx="22385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RF03 – Reporte de Avistamento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92143" y="2815084"/>
            <a:ext cx="223852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utilizador deve poder enviar uma notificação de avistamento, incluindo a sua própria localização (geolocalização) e detalhes adicionais sobre o local</a:t>
            </a:r>
            <a:endParaRPr lang="en-US" sz="1200" dirty="0"/>
          </a:p>
        </p:txBody>
      </p:sp>
      <p:pic>
        <p:nvPicPr>
          <p:cNvPr id="15" name="Image 0">
            <a:extLst>
              <a:ext uri="{FF2B5EF4-FFF2-40B4-BE49-F238E27FC236}">
                <a16:creationId xmlns:a16="http://schemas.microsoft.com/office/drawing/2014/main" id="{C820A1BD-3CC6-48E6-9D7A-A3343B7F60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9600" y="4263452"/>
            <a:ext cx="1094400" cy="880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20390"/>
            <a:ext cx="735463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Requisitos Funcionais (RF) — continuação</a:t>
            </a:r>
            <a:endParaRPr lang="en-US" sz="27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0023" y="1492663"/>
            <a:ext cx="5109790" cy="281815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1912" y="1508447"/>
            <a:ext cx="2596753" cy="14233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1422" y="1681758"/>
            <a:ext cx="217393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RF04 – Visualização de Alertas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261422" y="2264643"/>
            <a:ext cx="217393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Listar ou visualizar num mapa os alertas ativos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1912" y="3086026"/>
            <a:ext cx="2596753" cy="12090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61422" y="3259336"/>
            <a:ext cx="213650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RF05 – Gestão de Estado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261422" y="3627909"/>
            <a:ext cx="217393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Alteração do estado de um alerta (ex: "Em busca", "Localizado")</a:t>
            </a:r>
            <a:endParaRPr lang="en-US" sz="1200" dirty="0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9378F136-6D91-C6D2-3CB0-08E4B7AAE1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99200" y="4349502"/>
            <a:ext cx="1144800" cy="793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7229" y="358601"/>
            <a:ext cx="4902398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Requisitos Não-Funcionais (RNF)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41" y="872282"/>
            <a:ext cx="4834830" cy="8987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147" y="1014338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RNF01 – Segurança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32147" y="1255291"/>
            <a:ext cx="4493568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As senhas dos utilizadores devem ser armazenadas com hash (criptografia unidirecional)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41" y="1876871"/>
            <a:ext cx="4834830" cy="8987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2147" y="2018928"/>
            <a:ext cx="1552203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RNF02 – Desempenho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32147" y="2259881"/>
            <a:ext cx="4493568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aplicação deve garantir um tempo de resposta de API inferior a </a:t>
            </a:r>
            <a:r>
              <a:rPr lang="en-US" sz="10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 segundos</a:t>
            </a: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em operações de consulta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941" y="2881461"/>
            <a:ext cx="4834830" cy="108562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2147" y="3023518"/>
            <a:ext cx="1562844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RNF03 – Portabilidade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32147" y="3264471"/>
            <a:ext cx="4493568" cy="5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sistema deve ser desenvolvido em Python, garantindo total compatibilidade com o sistema operacional Windows e facilidade de execução em ambientes locais de desenvolvimento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941" y="4072905"/>
            <a:ext cx="4834830" cy="71191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2147" y="4214961"/>
            <a:ext cx="141982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RNF04 – Auditoria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32147" y="4455914"/>
            <a:ext cx="449356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sistema deve manter logs de operações críticas para fins de rastreabilidade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388" y="373707"/>
            <a:ext cx="5499571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Diagrama Entidade-Relacionamento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9388" y="2354759"/>
            <a:ext cx="2588344" cy="9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Diagrama Entidade-Relacionamento completo e normalizado, representando as entidades do sistema e os seus relacionamentos para suportar a gestão de alertas de desaparecimento, utilizadores e avistamentos.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791" y="1023640"/>
            <a:ext cx="4741738" cy="3622625"/>
          </a:xfrm>
          <a:prstGeom prst="rect">
            <a:avLst/>
          </a:prstGeom>
        </p:spPr>
      </p:pic>
      <p:pic>
        <p:nvPicPr>
          <p:cNvPr id="5" name="Image 0">
            <a:extLst>
              <a:ext uri="{FF2B5EF4-FFF2-40B4-BE49-F238E27FC236}">
                <a16:creationId xmlns:a16="http://schemas.microsoft.com/office/drawing/2014/main" id="{8A064060-145E-01FF-99B9-3D3560E0E6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9600" y="4049100"/>
            <a:ext cx="1094400" cy="109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388" y="373707"/>
            <a:ext cx="3399904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Diagrama de Classes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9388" y="2450827"/>
            <a:ext cx="2588344" cy="76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Diagrama de Classes da lógica de domínio, representando a estrutura de classes e os seus relacionamentos que sustentam a lógica de negócio da aplicação Findora.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791" y="1023640"/>
            <a:ext cx="4741738" cy="3622625"/>
          </a:xfrm>
          <a:prstGeom prst="rect">
            <a:avLst/>
          </a:prstGeom>
        </p:spPr>
      </p:pic>
      <p:pic>
        <p:nvPicPr>
          <p:cNvPr id="5" name="Image 0">
            <a:extLst>
              <a:ext uri="{FF2B5EF4-FFF2-40B4-BE49-F238E27FC236}">
                <a16:creationId xmlns:a16="http://schemas.microsoft.com/office/drawing/2014/main" id="{52E747B0-AE71-0229-35FE-A3C7486D04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9600" y="4049100"/>
            <a:ext cx="1094400" cy="109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57597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Repositório Git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491183"/>
            <a:ext cx="5109790" cy="282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0962" y="1984474"/>
            <a:ext cx="2171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Estrutura do Projeto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30962" y="2353047"/>
            <a:ext cx="2577703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repositório Git foi inicializado com a estrutura de pastas do projeto (scaffold), organizada para suportar o desenvolvimento backend em Python, o frontend em Vue.js e a base de dados PostgreSQL.</a:t>
            </a:r>
            <a:endParaRPr lang="en-US" sz="1200" dirty="0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0D90FB9D-EAE5-0BD8-3A8E-E7EA106DC4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56800" y="4056300"/>
            <a:ext cx="1087200" cy="108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7830" y="392088"/>
            <a:ext cx="3618309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Resumo do Projeto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7830" y="983903"/>
            <a:ext cx="4719340" cy="1007566"/>
          </a:xfrm>
          <a:prstGeom prst="roundRect">
            <a:avLst>
              <a:gd name="adj" fmla="val 5930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644798" y="1130871"/>
            <a:ext cx="1580555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Plataforma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4798" y="1407096"/>
            <a:ext cx="4425404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Findora — localização de pessoas desaparecidas, conectando familiares, voluntários e a comunidade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7830" y="2122587"/>
            <a:ext cx="4719340" cy="788863"/>
          </a:xfrm>
          <a:prstGeom prst="roundRect">
            <a:avLst>
              <a:gd name="adj" fmla="val 7574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44798" y="2269554"/>
            <a:ext cx="1580555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Tecnologias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798" y="2545779"/>
            <a:ext cx="4425404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Python (FastAPI/Django), PostgreSQL com PostGIS, Vue.js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7830" y="3042568"/>
            <a:ext cx="4719340" cy="788863"/>
          </a:xfrm>
          <a:prstGeom prst="roundRect">
            <a:avLst>
              <a:gd name="adj" fmla="val 7574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644798" y="3189536"/>
            <a:ext cx="1580555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798" y="3465761"/>
            <a:ext cx="4425404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5 RF e 4 RNF definidos, incluindo segurança, desempenho e auditoria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7830" y="3962549"/>
            <a:ext cx="4719340" cy="788863"/>
          </a:xfrm>
          <a:prstGeom prst="roundRect">
            <a:avLst>
              <a:gd name="adj" fmla="val 7574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644798" y="4109517"/>
            <a:ext cx="1580555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Documentação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798" y="4385742"/>
            <a:ext cx="4425404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Diagrama ER, Diagrama de Classes e repositório Git inicializado com scaffold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41694E8-AB01-F8DA-3FD0-569146C2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36800" y="12150"/>
            <a:ext cx="5131350" cy="51313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6B905CF-E0BE-9DF5-06CC-8113ACBD1B6F}"/>
              </a:ext>
            </a:extLst>
          </p:cNvPr>
          <p:cNvSpPr/>
          <p:nvPr/>
        </p:nvSpPr>
        <p:spPr>
          <a:xfrm>
            <a:off x="8049600" y="4881600"/>
            <a:ext cx="1036800" cy="1800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12F187-2D0E-AACF-2E82-9CD08D61E563}"/>
              </a:ext>
            </a:extLst>
          </p:cNvPr>
          <p:cNvSpPr txBox="1"/>
          <p:nvPr/>
        </p:nvSpPr>
        <p:spPr>
          <a:xfrm>
            <a:off x="8035200" y="4830134"/>
            <a:ext cx="118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dirty="0">
                <a:solidFill>
                  <a:schemeClr val="bg1"/>
                </a:solidFill>
              </a:rPr>
              <a:t>Robson Cabral</a:t>
            </a:r>
          </a:p>
        </p:txBody>
      </p:sp>
    </p:spTree>
    <p:extLst>
      <p:ext uri="{BB962C8B-B14F-4D97-AF65-F5344CB8AC3E}">
        <p14:creationId xmlns:p14="http://schemas.microsoft.com/office/powerpoint/2010/main" val="26673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512</Words>
  <Application>Microsoft Office PowerPoint</Application>
  <PresentationFormat>Apresentação no Ecrã (16:9)</PresentationFormat>
  <Paragraphs>65</Paragraphs>
  <Slides>11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Mukta Light</vt:lpstr>
      <vt:lpstr>Arial</vt:lpstr>
      <vt:lpstr>Prompt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ROBSON CABRAL</cp:lastModifiedBy>
  <cp:revision>5</cp:revision>
  <dcterms:created xsi:type="dcterms:W3CDTF">2026-05-31T13:00:50Z</dcterms:created>
  <dcterms:modified xsi:type="dcterms:W3CDTF">2026-05-31T14:16:21Z</dcterms:modified>
</cp:coreProperties>
</file>